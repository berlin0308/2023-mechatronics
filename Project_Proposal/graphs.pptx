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43080-688F-6EB8-B3B1-3736130C0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B351FA-51A2-434C-4100-8AADB6B25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3A54A1-EAA6-3B42-131E-578A657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CAF026-57AA-C8E8-7855-51FDE6C6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8CB7BB-2CD7-6E9C-D156-56C1E04F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C198D-FA17-63B4-951F-BF35873E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6D816B-E23D-AB47-38C6-604F16F2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982179-4178-438E-185F-60A984C5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5626D2-962D-088F-ED03-180CB7CB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5C279C-2BE5-FDB6-0CE7-5A2C1F2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1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9C288-14A2-0F24-7CB6-16F02732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063A61-7564-CB27-AA1B-49CDB2213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D2F6B2-0F48-061C-C11A-36AF2E1C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3A7C6F-391B-2AC2-9C4B-27E35442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5283A8-0954-35FB-FE02-104DA891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79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C502FF-99AA-10D3-F24C-D2CEE4A7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DFA44-F30C-78BC-9262-B2A3568AB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37456C-0B4E-A8D5-AB85-F99AAB5FA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7D59DC-4660-8990-87D3-FB788441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D4DB8-07D6-4437-98B0-134D4B4F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36C774-0C1D-F2D6-993F-52FC7942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31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D24FDF-0AC7-96A2-4464-69D337CA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EC35-1961-78C6-79E0-C1F5FFACA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04DF3F-2332-FC4C-8841-59D41EC3F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1719718-D2D4-0D24-4C5C-E62A69767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445EF7-EA74-4D0B-66E0-E4ED60655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9D32CD-DEAB-24B8-68A0-B44FC550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A868F5-34BF-C498-385B-40F25701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33FDB0-B034-F7C0-3C96-55B8A7F6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15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478D7-F170-1EFE-883F-5028F1C9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17E0AD-5692-910C-9696-3D3290A9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5F85E7-62A1-41BB-4F4B-6F11D7F8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846F69-BE84-E679-1694-0C23D03D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74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84D495F-61E0-B9ED-6E2B-9E00A451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827825A-D8B9-38C5-454C-96C3A90D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496620-9FFD-D585-5C39-F683142F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82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77721-A03C-1050-85D9-2B64DE25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080511-E0C4-E466-5358-5AC34D90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875E02B-3673-C58B-741E-C48D4BA08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23EFEC-3CFF-E59F-2216-7A35F6F8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0F6A38-4A8A-2D2D-DFD0-D97AD99A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583196-2896-70C7-ABC9-11D005DF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2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CE2C50-E9F1-967F-89F7-1E8624DD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505E11-29E7-7648-DB7E-E290411C9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E9F703-C5AC-0F8B-730F-AC70BCCD9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0C62E1-A2D0-53C9-3A85-38C40C7C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12C76A-BA04-9E96-CD2E-85B28D8A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46585E-523E-E582-0A2A-0C1969BE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49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3AB77-A90E-1521-8D9A-848AF1E7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927DC8D-C2F7-CE97-0CE5-C914D5EEC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CFA256-0D20-4190-AA44-BEE38E1E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12BAC1-5784-D906-D191-341D408D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FC94D6-C1EE-BAF6-0673-DB308F5BF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51755FC-55A1-9DCF-9520-D8B390991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42372B-6EA2-B64F-A0E8-8ABFBC319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88B560-2CC1-2185-080C-B5EA63D2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BB3744-4590-F2F9-2E4D-5DFE2ED5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0ECE4A-F40F-ED2E-A44B-D30FE29F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79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9452602-9BC6-652B-CEE2-D77E59F0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8A402F-FF9C-5889-D94C-35C4F967F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A6CB75-A9D4-ACB9-4D11-84340D942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46EF4-DA5C-47E9-9FEA-1FC0DEAB1302}" type="datetimeFigureOut">
              <a:rPr lang="zh-TW" altLang="en-US" smtClean="0"/>
              <a:t>2023/10/5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C0E5C-1049-6D42-11C2-BA482ED1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E009CA-AB26-E459-1DA4-C64AC18EA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D1EED-76EF-43A7-9CF3-6083B57DD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4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D5C711-948D-1ECB-3DC1-9CD1EE714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E468D3-1EB5-0D59-3702-715CDC3AE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11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A5FB1C-D8FE-7C4E-06F7-4530CB69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56E6C1-9538-A747-4394-57D95371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96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DDFF676-25F1-7367-89AF-B706527C6FC0}"/>
              </a:ext>
            </a:extLst>
          </p:cNvPr>
          <p:cNvSpPr/>
          <p:nvPr/>
        </p:nvSpPr>
        <p:spPr>
          <a:xfrm>
            <a:off x="2413001" y="1595120"/>
            <a:ext cx="3159760" cy="321564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BCB873-A624-5295-F48B-5843BA5CF1DF}"/>
              </a:ext>
            </a:extLst>
          </p:cNvPr>
          <p:cNvSpPr/>
          <p:nvPr/>
        </p:nvSpPr>
        <p:spPr>
          <a:xfrm>
            <a:off x="2177731" y="1755167"/>
            <a:ext cx="660401" cy="23241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84F9C5-34E3-1A8C-34F0-AADC780EDBA3}"/>
              </a:ext>
            </a:extLst>
          </p:cNvPr>
          <p:cNvSpPr/>
          <p:nvPr/>
        </p:nvSpPr>
        <p:spPr>
          <a:xfrm>
            <a:off x="2062482" y="2285842"/>
            <a:ext cx="660401" cy="23241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箭號: 彎曲 48">
            <a:extLst>
              <a:ext uri="{FF2B5EF4-FFF2-40B4-BE49-F238E27FC236}">
                <a16:creationId xmlns:a16="http://schemas.microsoft.com/office/drawing/2014/main" id="{18AE834D-A193-54A6-E973-978B5AA5828E}"/>
              </a:ext>
            </a:extLst>
          </p:cNvPr>
          <p:cNvSpPr/>
          <p:nvPr/>
        </p:nvSpPr>
        <p:spPr>
          <a:xfrm flipH="1">
            <a:off x="1609071" y="1697830"/>
            <a:ext cx="2604012" cy="3590733"/>
          </a:xfrm>
          <a:prstGeom prst="bentArrow">
            <a:avLst>
              <a:gd name="adj1" fmla="val 11613"/>
              <a:gd name="adj2" fmla="val 21316"/>
              <a:gd name="adj3" fmla="val 22894"/>
              <a:gd name="adj4" fmla="val 4375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AB9474-19D7-2D89-202A-ECDCF00919F9}"/>
              </a:ext>
            </a:extLst>
          </p:cNvPr>
          <p:cNvSpPr/>
          <p:nvPr/>
        </p:nvSpPr>
        <p:spPr>
          <a:xfrm>
            <a:off x="5359458" y="1712634"/>
            <a:ext cx="660401" cy="23241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668E33-3D30-6023-D368-8BA85A0FC4B5}"/>
              </a:ext>
            </a:extLst>
          </p:cNvPr>
          <p:cNvSpPr/>
          <p:nvPr/>
        </p:nvSpPr>
        <p:spPr>
          <a:xfrm>
            <a:off x="5435599" y="2285842"/>
            <a:ext cx="660401" cy="23241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流程圖: 磁碟 3">
            <a:extLst>
              <a:ext uri="{FF2B5EF4-FFF2-40B4-BE49-F238E27FC236}">
                <a16:creationId xmlns:a16="http://schemas.microsoft.com/office/drawing/2014/main" id="{94BABC70-C9B6-75E3-6DC2-4B360696CFA7}"/>
              </a:ext>
            </a:extLst>
          </p:cNvPr>
          <p:cNvSpPr/>
          <p:nvPr/>
        </p:nvSpPr>
        <p:spPr>
          <a:xfrm>
            <a:off x="8251663" y="848360"/>
            <a:ext cx="3755709" cy="4185920"/>
          </a:xfrm>
          <a:prstGeom prst="flowChartMagneticDisk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3348E3-E5DF-59F5-25E0-D2B98EDD95CC}"/>
              </a:ext>
            </a:extLst>
          </p:cNvPr>
          <p:cNvSpPr/>
          <p:nvPr/>
        </p:nvSpPr>
        <p:spPr>
          <a:xfrm>
            <a:off x="3616583" y="3702892"/>
            <a:ext cx="764025" cy="116925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D6FAAE3-A887-BCA3-4C16-EFA570CE4042}"/>
              </a:ext>
            </a:extLst>
          </p:cNvPr>
          <p:cNvCxnSpPr/>
          <p:nvPr/>
        </p:nvCxnSpPr>
        <p:spPr>
          <a:xfrm flipV="1">
            <a:off x="3562768" y="3793490"/>
            <a:ext cx="0" cy="10464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箭號: 彎曲 47">
            <a:extLst>
              <a:ext uri="{FF2B5EF4-FFF2-40B4-BE49-F238E27FC236}">
                <a16:creationId xmlns:a16="http://schemas.microsoft.com/office/drawing/2014/main" id="{E74F77AD-7656-6E62-FCDD-68A0B711B497}"/>
              </a:ext>
            </a:extLst>
          </p:cNvPr>
          <p:cNvSpPr/>
          <p:nvPr/>
        </p:nvSpPr>
        <p:spPr>
          <a:xfrm>
            <a:off x="3855596" y="1712634"/>
            <a:ext cx="2510792" cy="3575931"/>
          </a:xfrm>
          <a:prstGeom prst="bentArrow">
            <a:avLst>
              <a:gd name="adj1" fmla="val 14022"/>
              <a:gd name="adj2" fmla="val 23311"/>
              <a:gd name="adj3" fmla="val 22466"/>
              <a:gd name="adj4" fmla="val 4375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74F82986-92AA-EC6B-20FB-97BAAE847212}"/>
              </a:ext>
            </a:extLst>
          </p:cNvPr>
          <p:cNvCxnSpPr/>
          <p:nvPr/>
        </p:nvCxnSpPr>
        <p:spPr>
          <a:xfrm flipV="1">
            <a:off x="4434422" y="3787428"/>
            <a:ext cx="0" cy="10464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03C8E1C-EA8E-6058-4DBA-D9C355174FF4}"/>
              </a:ext>
            </a:extLst>
          </p:cNvPr>
          <p:cNvSpPr/>
          <p:nvPr/>
        </p:nvSpPr>
        <p:spPr>
          <a:xfrm>
            <a:off x="2781299" y="2518252"/>
            <a:ext cx="2481575" cy="529748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i="1" dirty="0">
                <a:solidFill>
                  <a:schemeClr val="tx1"/>
                </a:solidFill>
              </a:rPr>
              <a:t>Fan</a:t>
            </a:r>
            <a:endParaRPr lang="zh-TW" altLang="en-US" sz="2400" i="1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C7715-CB29-29CF-ADC4-F17F253CB918}"/>
              </a:ext>
            </a:extLst>
          </p:cNvPr>
          <p:cNvSpPr/>
          <p:nvPr/>
        </p:nvSpPr>
        <p:spPr>
          <a:xfrm>
            <a:off x="3524712" y="428778"/>
            <a:ext cx="976616" cy="1029335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i="1" dirty="0">
                <a:solidFill>
                  <a:schemeClr val="tx1"/>
                </a:solidFill>
              </a:rPr>
              <a:t>Motor</a:t>
            </a:r>
            <a:endParaRPr lang="zh-TW" altLang="en-US" sz="2000" i="1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E73DB4-D7AC-2D07-9781-80B21C78265E}"/>
              </a:ext>
            </a:extLst>
          </p:cNvPr>
          <p:cNvSpPr/>
          <p:nvPr/>
        </p:nvSpPr>
        <p:spPr>
          <a:xfrm>
            <a:off x="3923663" y="1198405"/>
            <a:ext cx="138431" cy="1319847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對角角落 17">
            <a:extLst>
              <a:ext uri="{FF2B5EF4-FFF2-40B4-BE49-F238E27FC236}">
                <a16:creationId xmlns:a16="http://schemas.microsoft.com/office/drawing/2014/main" id="{43DE9A9F-4546-B9B4-6C2B-C9EAA649E71F}"/>
              </a:ext>
            </a:extLst>
          </p:cNvPr>
          <p:cNvSpPr/>
          <p:nvPr/>
        </p:nvSpPr>
        <p:spPr>
          <a:xfrm>
            <a:off x="4771864" y="5172868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FA54702-4D7F-21F7-9335-CC474C053D38}"/>
              </a:ext>
            </a:extLst>
          </p:cNvPr>
          <p:cNvCxnSpPr/>
          <p:nvPr/>
        </p:nvCxnSpPr>
        <p:spPr>
          <a:xfrm>
            <a:off x="1300480" y="5455920"/>
            <a:ext cx="557784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剪去對角角落 20">
            <a:extLst>
              <a:ext uri="{FF2B5EF4-FFF2-40B4-BE49-F238E27FC236}">
                <a16:creationId xmlns:a16="http://schemas.microsoft.com/office/drawing/2014/main" id="{EB8D02F4-2506-7DDE-DCDC-BFCC8B9FBE63}"/>
              </a:ext>
            </a:extLst>
          </p:cNvPr>
          <p:cNvSpPr/>
          <p:nvPr/>
        </p:nvSpPr>
        <p:spPr>
          <a:xfrm rot="832328">
            <a:off x="4117976" y="503134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剪去對角角落 21">
            <a:extLst>
              <a:ext uri="{FF2B5EF4-FFF2-40B4-BE49-F238E27FC236}">
                <a16:creationId xmlns:a16="http://schemas.microsoft.com/office/drawing/2014/main" id="{93449115-796F-A174-BAA1-8E89E7868CE0}"/>
              </a:ext>
            </a:extLst>
          </p:cNvPr>
          <p:cNvSpPr/>
          <p:nvPr/>
        </p:nvSpPr>
        <p:spPr>
          <a:xfrm rot="21308370">
            <a:off x="5414882" y="4989274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剪去對角角落 22">
            <a:extLst>
              <a:ext uri="{FF2B5EF4-FFF2-40B4-BE49-F238E27FC236}">
                <a16:creationId xmlns:a16="http://schemas.microsoft.com/office/drawing/2014/main" id="{F4DD1A25-E63B-D07F-BB4D-927EDD958BCD}"/>
              </a:ext>
            </a:extLst>
          </p:cNvPr>
          <p:cNvSpPr/>
          <p:nvPr/>
        </p:nvSpPr>
        <p:spPr>
          <a:xfrm rot="832328">
            <a:off x="3223910" y="5076236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剪去對角角落 23">
            <a:extLst>
              <a:ext uri="{FF2B5EF4-FFF2-40B4-BE49-F238E27FC236}">
                <a16:creationId xmlns:a16="http://schemas.microsoft.com/office/drawing/2014/main" id="{7A26F2E7-8DEA-10FF-53D1-D3693280D416}"/>
              </a:ext>
            </a:extLst>
          </p:cNvPr>
          <p:cNvSpPr/>
          <p:nvPr/>
        </p:nvSpPr>
        <p:spPr>
          <a:xfrm>
            <a:off x="2578101" y="5121210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剪去對角角落 24">
            <a:extLst>
              <a:ext uri="{FF2B5EF4-FFF2-40B4-BE49-F238E27FC236}">
                <a16:creationId xmlns:a16="http://schemas.microsoft.com/office/drawing/2014/main" id="{2954CDCD-16BD-1C2A-67D4-397F97003A4D}"/>
              </a:ext>
            </a:extLst>
          </p:cNvPr>
          <p:cNvSpPr/>
          <p:nvPr/>
        </p:nvSpPr>
        <p:spPr>
          <a:xfrm>
            <a:off x="1688260" y="5144499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剪去對角角落 25">
            <a:extLst>
              <a:ext uri="{FF2B5EF4-FFF2-40B4-BE49-F238E27FC236}">
                <a16:creationId xmlns:a16="http://schemas.microsoft.com/office/drawing/2014/main" id="{313408AC-A2C8-FE8F-F555-6422A5536EEF}"/>
              </a:ext>
            </a:extLst>
          </p:cNvPr>
          <p:cNvSpPr/>
          <p:nvPr/>
        </p:nvSpPr>
        <p:spPr>
          <a:xfrm>
            <a:off x="6060113" y="5144499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剪去對角角落 26">
            <a:extLst>
              <a:ext uri="{FF2B5EF4-FFF2-40B4-BE49-F238E27FC236}">
                <a16:creationId xmlns:a16="http://schemas.microsoft.com/office/drawing/2014/main" id="{076FD96E-7DFB-F70A-D899-A48BC7795212}"/>
              </a:ext>
            </a:extLst>
          </p:cNvPr>
          <p:cNvSpPr/>
          <p:nvPr/>
        </p:nvSpPr>
        <p:spPr>
          <a:xfrm rot="2034931">
            <a:off x="3735232" y="456268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剪去對角角落 27">
            <a:extLst>
              <a:ext uri="{FF2B5EF4-FFF2-40B4-BE49-F238E27FC236}">
                <a16:creationId xmlns:a16="http://schemas.microsoft.com/office/drawing/2014/main" id="{13BC91B5-F6DA-CF10-56BE-E97ECDAE2F0C}"/>
              </a:ext>
            </a:extLst>
          </p:cNvPr>
          <p:cNvSpPr/>
          <p:nvPr/>
        </p:nvSpPr>
        <p:spPr>
          <a:xfrm rot="849778">
            <a:off x="3888396" y="4079915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剪去對角角落 28">
            <a:extLst>
              <a:ext uri="{FF2B5EF4-FFF2-40B4-BE49-F238E27FC236}">
                <a16:creationId xmlns:a16="http://schemas.microsoft.com/office/drawing/2014/main" id="{22CB1BE9-3771-1A59-D975-727BA282955A}"/>
              </a:ext>
            </a:extLst>
          </p:cNvPr>
          <p:cNvSpPr/>
          <p:nvPr/>
        </p:nvSpPr>
        <p:spPr>
          <a:xfrm rot="8073960">
            <a:off x="3787773" y="3513090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剪去對角角落 29">
            <a:extLst>
              <a:ext uri="{FF2B5EF4-FFF2-40B4-BE49-F238E27FC236}">
                <a16:creationId xmlns:a16="http://schemas.microsoft.com/office/drawing/2014/main" id="{E0E4A248-3976-6791-2F77-35F3A3912A47}"/>
              </a:ext>
            </a:extLst>
          </p:cNvPr>
          <p:cNvSpPr/>
          <p:nvPr/>
        </p:nvSpPr>
        <p:spPr>
          <a:xfrm rot="1196644">
            <a:off x="4324814" y="3216431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: 剪去對角角落 30">
            <a:extLst>
              <a:ext uri="{FF2B5EF4-FFF2-40B4-BE49-F238E27FC236}">
                <a16:creationId xmlns:a16="http://schemas.microsoft.com/office/drawing/2014/main" id="{D5CBFDB7-1E78-C561-DFE5-75746A990970}"/>
              </a:ext>
            </a:extLst>
          </p:cNvPr>
          <p:cNvSpPr/>
          <p:nvPr/>
        </p:nvSpPr>
        <p:spPr>
          <a:xfrm rot="2721601">
            <a:off x="4898671" y="3174390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剪去對角角落 31">
            <a:extLst>
              <a:ext uri="{FF2B5EF4-FFF2-40B4-BE49-F238E27FC236}">
                <a16:creationId xmlns:a16="http://schemas.microsoft.com/office/drawing/2014/main" id="{4E041F52-7DB7-62EC-A602-3CB1C892EEEF}"/>
              </a:ext>
            </a:extLst>
          </p:cNvPr>
          <p:cNvSpPr/>
          <p:nvPr/>
        </p:nvSpPr>
        <p:spPr>
          <a:xfrm rot="1196644">
            <a:off x="4603511" y="386133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剪去對角角落 32">
            <a:extLst>
              <a:ext uri="{FF2B5EF4-FFF2-40B4-BE49-F238E27FC236}">
                <a16:creationId xmlns:a16="http://schemas.microsoft.com/office/drawing/2014/main" id="{0EBDA71D-DD81-5610-52D0-D5742F6DA6AF}"/>
              </a:ext>
            </a:extLst>
          </p:cNvPr>
          <p:cNvSpPr/>
          <p:nvPr/>
        </p:nvSpPr>
        <p:spPr>
          <a:xfrm rot="20735021">
            <a:off x="5082148" y="419568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剪去對角角落 33">
            <a:extLst>
              <a:ext uri="{FF2B5EF4-FFF2-40B4-BE49-F238E27FC236}">
                <a16:creationId xmlns:a16="http://schemas.microsoft.com/office/drawing/2014/main" id="{F4165EC1-F85B-F77C-5500-7C2EE60EE9D0}"/>
              </a:ext>
            </a:extLst>
          </p:cNvPr>
          <p:cNvSpPr/>
          <p:nvPr/>
        </p:nvSpPr>
        <p:spPr>
          <a:xfrm rot="20735021">
            <a:off x="4559353" y="4341709"/>
            <a:ext cx="410210" cy="364918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剪去對角角落 34">
            <a:extLst>
              <a:ext uri="{FF2B5EF4-FFF2-40B4-BE49-F238E27FC236}">
                <a16:creationId xmlns:a16="http://schemas.microsoft.com/office/drawing/2014/main" id="{FA4860C5-EA7D-8D3F-5DAA-E5360AD8ACB5}"/>
              </a:ext>
            </a:extLst>
          </p:cNvPr>
          <p:cNvSpPr/>
          <p:nvPr/>
        </p:nvSpPr>
        <p:spPr>
          <a:xfrm rot="2721601">
            <a:off x="4883767" y="438010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剪去對角角落 35">
            <a:extLst>
              <a:ext uri="{FF2B5EF4-FFF2-40B4-BE49-F238E27FC236}">
                <a16:creationId xmlns:a16="http://schemas.microsoft.com/office/drawing/2014/main" id="{351CBFC2-E93E-F638-E1D2-7EBC392F1570}"/>
              </a:ext>
            </a:extLst>
          </p:cNvPr>
          <p:cNvSpPr/>
          <p:nvPr/>
        </p:nvSpPr>
        <p:spPr>
          <a:xfrm rot="21308370">
            <a:off x="5062031" y="4468882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: 剪去對角角落 36">
            <a:extLst>
              <a:ext uri="{FF2B5EF4-FFF2-40B4-BE49-F238E27FC236}">
                <a16:creationId xmlns:a16="http://schemas.microsoft.com/office/drawing/2014/main" id="{0A5E507E-1CAF-2D3A-2D56-70B528EA0806}"/>
              </a:ext>
            </a:extLst>
          </p:cNvPr>
          <p:cNvSpPr/>
          <p:nvPr/>
        </p:nvSpPr>
        <p:spPr>
          <a:xfrm>
            <a:off x="4473121" y="4486368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: 剪去對角角落 37">
            <a:extLst>
              <a:ext uri="{FF2B5EF4-FFF2-40B4-BE49-F238E27FC236}">
                <a16:creationId xmlns:a16="http://schemas.microsoft.com/office/drawing/2014/main" id="{F71FF733-9584-C288-636F-76659843C1E4}"/>
              </a:ext>
            </a:extLst>
          </p:cNvPr>
          <p:cNvSpPr/>
          <p:nvPr/>
        </p:nvSpPr>
        <p:spPr>
          <a:xfrm>
            <a:off x="5125287" y="4477748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剪去對角角落 38">
            <a:extLst>
              <a:ext uri="{FF2B5EF4-FFF2-40B4-BE49-F238E27FC236}">
                <a16:creationId xmlns:a16="http://schemas.microsoft.com/office/drawing/2014/main" id="{BCEF0F66-917C-013E-58C9-35B95A779737}"/>
              </a:ext>
            </a:extLst>
          </p:cNvPr>
          <p:cNvSpPr/>
          <p:nvPr/>
        </p:nvSpPr>
        <p:spPr>
          <a:xfrm rot="1196644">
            <a:off x="3435488" y="3159850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: 剪去對角角落 39">
            <a:extLst>
              <a:ext uri="{FF2B5EF4-FFF2-40B4-BE49-F238E27FC236}">
                <a16:creationId xmlns:a16="http://schemas.microsoft.com/office/drawing/2014/main" id="{7A9919A6-B0A7-59AD-7754-55A0BC91C540}"/>
              </a:ext>
            </a:extLst>
          </p:cNvPr>
          <p:cNvSpPr/>
          <p:nvPr/>
        </p:nvSpPr>
        <p:spPr>
          <a:xfrm rot="8073960">
            <a:off x="2743418" y="3200239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: 剪去對角角落 40">
            <a:extLst>
              <a:ext uri="{FF2B5EF4-FFF2-40B4-BE49-F238E27FC236}">
                <a16:creationId xmlns:a16="http://schemas.microsoft.com/office/drawing/2014/main" id="{3204247B-8481-66E9-5D90-A9D4289E930C}"/>
              </a:ext>
            </a:extLst>
          </p:cNvPr>
          <p:cNvSpPr/>
          <p:nvPr/>
        </p:nvSpPr>
        <p:spPr>
          <a:xfrm rot="1196644">
            <a:off x="2997445" y="3699427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: 剪去對角角落 41">
            <a:extLst>
              <a:ext uri="{FF2B5EF4-FFF2-40B4-BE49-F238E27FC236}">
                <a16:creationId xmlns:a16="http://schemas.microsoft.com/office/drawing/2014/main" id="{2FCE1C47-B4AE-1D7A-997A-523B7BD907BB}"/>
              </a:ext>
            </a:extLst>
          </p:cNvPr>
          <p:cNvSpPr/>
          <p:nvPr/>
        </p:nvSpPr>
        <p:spPr>
          <a:xfrm rot="21308370">
            <a:off x="2562451" y="4090505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剪去對角角落 42">
            <a:extLst>
              <a:ext uri="{FF2B5EF4-FFF2-40B4-BE49-F238E27FC236}">
                <a16:creationId xmlns:a16="http://schemas.microsoft.com/office/drawing/2014/main" id="{9ABB15B3-ED59-7DA0-4466-BF08B794E624}"/>
              </a:ext>
            </a:extLst>
          </p:cNvPr>
          <p:cNvSpPr/>
          <p:nvPr/>
        </p:nvSpPr>
        <p:spPr>
          <a:xfrm>
            <a:off x="2446385" y="4486368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剪去對角角落 43">
            <a:extLst>
              <a:ext uri="{FF2B5EF4-FFF2-40B4-BE49-F238E27FC236}">
                <a16:creationId xmlns:a16="http://schemas.microsoft.com/office/drawing/2014/main" id="{CE96FB20-D54A-27B2-DE52-EA943E2E1AF5}"/>
              </a:ext>
            </a:extLst>
          </p:cNvPr>
          <p:cNvSpPr/>
          <p:nvPr/>
        </p:nvSpPr>
        <p:spPr>
          <a:xfrm rot="832328">
            <a:off x="2705166" y="4440770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: 剪去對角角落 44">
            <a:extLst>
              <a:ext uri="{FF2B5EF4-FFF2-40B4-BE49-F238E27FC236}">
                <a16:creationId xmlns:a16="http://schemas.microsoft.com/office/drawing/2014/main" id="{29556394-8AC3-36F9-CED9-5A1DF1FDED15}"/>
              </a:ext>
            </a:extLst>
          </p:cNvPr>
          <p:cNvSpPr/>
          <p:nvPr/>
        </p:nvSpPr>
        <p:spPr>
          <a:xfrm rot="21308370">
            <a:off x="3104813" y="4477747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剪去對角角落 45">
            <a:extLst>
              <a:ext uri="{FF2B5EF4-FFF2-40B4-BE49-F238E27FC236}">
                <a16:creationId xmlns:a16="http://schemas.microsoft.com/office/drawing/2014/main" id="{05A87185-6096-D89C-6CEC-3094A56A7582}"/>
              </a:ext>
            </a:extLst>
          </p:cNvPr>
          <p:cNvSpPr/>
          <p:nvPr/>
        </p:nvSpPr>
        <p:spPr>
          <a:xfrm rot="8073960">
            <a:off x="3073039" y="4325287"/>
            <a:ext cx="410210" cy="288132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B1DC71D1-0A94-BFC0-D3A0-CA1EF1562CDF}"/>
              </a:ext>
            </a:extLst>
          </p:cNvPr>
          <p:cNvCxnSpPr/>
          <p:nvPr/>
        </p:nvCxnSpPr>
        <p:spPr>
          <a:xfrm>
            <a:off x="4493377" y="803080"/>
            <a:ext cx="98238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47ACA1D-68CD-ECDE-CBF5-F198DCDDB058}"/>
              </a:ext>
            </a:extLst>
          </p:cNvPr>
          <p:cNvCxnSpPr/>
          <p:nvPr/>
        </p:nvCxnSpPr>
        <p:spPr>
          <a:xfrm>
            <a:off x="4493377" y="1034995"/>
            <a:ext cx="982383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34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ASUS</dc:creator>
  <cp:lastModifiedBy>ASUS</cp:lastModifiedBy>
  <cp:revision>1</cp:revision>
  <dcterms:created xsi:type="dcterms:W3CDTF">2023-10-05T07:48:40Z</dcterms:created>
  <dcterms:modified xsi:type="dcterms:W3CDTF">2023-10-05T07:48:54Z</dcterms:modified>
</cp:coreProperties>
</file>